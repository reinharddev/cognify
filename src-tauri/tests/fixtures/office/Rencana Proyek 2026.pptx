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CF00C8-40B0-4D71-A328-31214011C1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D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D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D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0D61D6-082E-4947-B278-604AA5A951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D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D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D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D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D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D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D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D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D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D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D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D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D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F449479-EB20-4D70-913D-DB8127283863}" type="slidenum"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92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D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Rencana Proyek 2026</a:t>
            </a:r>
            <a:endParaRPr lang="en-I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520000"/>
            <a:ext cx="7920000" cy="216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D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Peluncuran produk kuartal ketiga dengan anggaran 250 juta rupiah</a:t>
            </a:r>
            <a:endParaRPr lang="en-I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720000"/>
            <a:ext cx="792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D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Jadwal dan Tonggak</a:t>
            </a:r>
            <a:endParaRPr lang="en-I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2520000"/>
            <a:ext cx="7920000" cy="216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D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Desain selesai Maret, pengembangan Juni, peluncuran September</a:t>
            </a:r>
            <a:endParaRPr lang="en-I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20000" y="720000"/>
            <a:ext cx="792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D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Terima Kasih</a:t>
            </a:r>
            <a:endParaRPr lang="en-I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2520000"/>
            <a:ext cx="7920000" cy="216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D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Pertanyaan dan diskusi</a:t>
            </a:r>
            <a:endParaRPr lang="en-I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LibreOffice/26.8.1.1$MacOSX_AARCH64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en-ID</dc:language>
  <cp:lastModifiedBy/>
  <cp:revision>0</cp:revision>
  <dc:subject/>
  <dc:title/>
</cp:coreProperties>
</file>